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9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1" Type="http://schemas.openxmlformats.org/officeDocument/2006/relationships/viewProps" Target="viewProps.xml" /><Relationship Id="rId12" Type="http://schemas.openxmlformats.org/officeDocument/2006/relationships/theme" Target="theme/theme1.xml" /><Relationship Id="rId13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9C5F7C3-E4DB-49A4-9581-A6CC06187D8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C31E8A-FB74-49E1-941B-269B160A3FF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5710C1-8582-45C9-9923-FC3DC500F01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FA371A8-7FBC-435A-8786-03792C1A3C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B415E93-50F7-4BAF-B677-A72164120E0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CA147C5-65DF-4546-A59F-7164AB0A449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9B4FCE7-0F8F-496C-B9BB-288E5A05075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99F2FCC-7208-4B98-B636-90B784B0039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D9AFC72-1AB3-44F9-BE39-C6AF08318C4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DA9113-F1CB-446F-A9DD-51326E4C6C3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B460B2C-F369-4D81-94F5-2713DA59E14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 txBox="1"/>
          <p:nvPr/>
        </p:nvSpPr>
        <p:spPr>
          <a:xfrm>
            <a:off x="635000" y="1143000"/>
            <a:ext cx="6350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PowerPoint sample — slide 1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26.9.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New shape" title=""/>
          <p:cNvSpPr txBox="1"/>
          <p:nvPr/>
        </p:nvSpPr>
        <p:spPr>
          <a:xfrm>
            <a:off x="635000" y="1143000"/>
            <a:ext cx="6350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PowerPoint sample — slide 2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26.9.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New shape" title=""/>
          <p:cNvSpPr txBox="1"/>
          <p:nvPr/>
        </p:nvSpPr>
        <p:spPr>
          <a:xfrm>
            <a:off x="635000" y="1143000"/>
            <a:ext cx="6350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PowerPoint sample — slide 3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26.9.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New shape" title=""/>
          <p:cNvSpPr txBox="1"/>
          <p:nvPr/>
        </p:nvSpPr>
        <p:spPr>
          <a:xfrm>
            <a:off x="635000" y="1143000"/>
            <a:ext cx="6350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PowerPoint sample — slide 4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26.9.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New shape" title=""/>
          <p:cNvSpPr txBox="1"/>
          <p:nvPr/>
        </p:nvSpPr>
        <p:spPr>
          <a:xfrm>
            <a:off x="635000" y="1143000"/>
            <a:ext cx="6350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PowerPoint sample — slide 5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26.9.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New shape" title=""/>
          <p:cNvSpPr txBox="1"/>
          <p:nvPr/>
        </p:nvSpPr>
        <p:spPr>
          <a:xfrm>
            <a:off x="635000" y="1143000"/>
            <a:ext cx="6350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PowerPoint sample — slide 6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26.9.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New shape" title=""/>
          <p:cNvSpPr txBox="1"/>
          <p:nvPr/>
        </p:nvSpPr>
        <p:spPr>
          <a:xfrm>
            <a:off x="635000" y="1143000"/>
            <a:ext cx="6350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PowerPoint sample — slide 7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26.9.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9.0.12"/>
  <p:tag name="AS_OS" val="Microsoft Windows NT 10.0.26200.0"/>
  <p:tag name="AS_RELEASE_DATE" val="2026.09.14"/>
  <p:tag name="AS_TITLE" val="Aspose.Slides for .NET6"/>
  <p:tag name="AS_VERSION" val="26.9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7</Paragraphs>
  <Slides>7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10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26.0900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2026-10-28T00:45:39.103</cp:lastPrinted>
  <dcterms:created xsi:type="dcterms:W3CDTF">2026-10-27T19:15:39Z</dcterms:created>
  <dcterms:modified xsi:type="dcterms:W3CDTF">2026-10-27T19:15:39Z</dcterms:modified>
</cp:coreProperties>
</file>